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ctr"/>
          <a:lstStyle/>
          <a:p>
            <a:pPr algn="ctr"/>
            <a:endParaRPr lang="en-GB" sz="6000" b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 anchor="ctr"/>
          <a:lstStyle/>
          <a:p>
            <a:pPr algn="ctr"/>
            <a:endParaRPr lang="en-GB" sz="2400" b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pPr algn="ctr"/>
            <a:endParaRPr lang="en-GB" sz="4400" b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anchor="ctr"/>
          <a:lstStyle/>
          <a:p>
            <a:pPr algn="ctr"/>
            <a:endParaRPr lang="en-GB" sz="2800" b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solidFill>
            <a:schemeClr val="tx1"/>
          </a:solidFill>
          <a:latin typeface="+mj-lt"/>
        </a:defRPr>
      </a:lvl1pPr>
    </p:titleStyle>
    <p:bodyStyle>
      <a:lvl1pPr>
        <a:defRPr sz="2800">
          <a:solidFill>
            <a:schemeClr val="tx1"/>
          </a:solidFill>
          <a:latin typeface="+mn-lt"/>
        </a:defRPr>
      </a:lvl1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3B5BDB"/>
      </a:accent1>
      <a:accent2>
        <a:srgbClr val="0CA678"/>
      </a:accent2>
      <a:accent3>
        <a:srgbClr val="F08C00"/>
      </a:accent3>
      <a:accent4>
        <a:srgbClr val="E03131"/>
      </a:accent4>
      <a:accent5>
        <a:srgbClr val="7048E8"/>
      </a:accent5>
      <a:accent6>
        <a:srgbClr val="1098AD"/>
      </a:accent6>
      <a:hlink>
        <a:srgbClr val="1C7ED6"/>
      </a:hlink>
      <a:folHlink>
        <a:srgbClr val="862E9C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